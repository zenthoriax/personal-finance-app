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Urbanis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-bold.fntdata"/><Relationship Id="rId16" Type="http://schemas.openxmlformats.org/officeDocument/2006/relationships/font" Target="fonts/Urbanis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6593334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86593334f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8.png"/><Relationship Id="rId7" Type="http://schemas.openxmlformats.org/officeDocument/2006/relationships/image" Target="../media/image3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20.png"/><Relationship Id="rId8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630441" y="2598390"/>
            <a:ext cx="89311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Personal Finance Tracker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843087" y="3703290"/>
            <a:ext cx="85058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A Back-End Deep Dive: Migrating to a Modern Stack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5619750" y="2418457"/>
            <a:ext cx="952500" cy="4762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4855845" y="2751832"/>
            <a:ext cx="248031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Pitch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2286000" y="3628132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A secure, minimal, full-stack application to manage accounts, track transactions, and monitor financial goals, built on a robust, containerized back-end.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23194"/>
            <a:ext cx="2476500" cy="3249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2223194"/>
            <a:ext cx="2476500" cy="3249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23194"/>
            <a:ext cx="2476500" cy="3249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0" y="2223194"/>
            <a:ext cx="2476500" cy="324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1294685" y="3232844"/>
            <a:ext cx="103012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Node.js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66775" y="3909119"/>
            <a:ext cx="18859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Event-driven, non-blocking I/O for a fast, scalable API server.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3982164" y="3232844"/>
            <a:ext cx="137017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Express.js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3724275" y="3909119"/>
            <a:ext cx="18859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Minimalist framework for routing, middleware, and API endpoint management.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684645" y="3232844"/>
            <a:ext cx="168021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PostgreSQL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581775" y="3909119"/>
            <a:ext cx="18859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Powerful, open-source object-relational database for data integrity.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882187" y="3232844"/>
            <a:ext cx="10001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Docker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439275" y="3909119"/>
            <a:ext cx="18859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Containerized the database for a clean, isolated, and portable dev environment.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09725" y="2537519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38650" y="253751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24725" y="2537519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0" y="2537519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Core Tech Stack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5715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System Architecture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399945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71525" y="15621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09625" y="15621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Client: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Vanilla HTML, CSS, &amp; JS for a minimal UI.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71525" y="20193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09625" y="20193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API: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Express.js server handles all business logic.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71525" y="24765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09625" y="24765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Auth: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JWT (JSON Web Tokens) secure all API endpoints.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71525" y="29337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09625" y="29337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Database: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PostgreSQL instance running in a Docker container.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571500" y="39147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Data integrity is enforced with Foreign Keys and `ON DELETE CASCADE`.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771525" y="14668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09625" y="14668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Users:</a:t>
            </a:r>
            <a:r>
              <a:rPr b="0" i="0" lang="en-US" sz="15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 The core, owns everything.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71525" y="191452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09625" y="19145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Accounts &amp; Categories:</a:t>
            </a:r>
            <a:r>
              <a:rPr b="0" i="0" lang="en-US" sz="15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 Belong to a user.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71525" y="23622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09625" y="23622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Transactions:</a:t>
            </a:r>
            <a:r>
              <a:rPr b="0" i="0" lang="en-US" sz="15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 The central table, linking users, accounts, and categories.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71525" y="31146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09625" y="31146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Budgets &amp; Goals:</a:t>
            </a:r>
            <a:r>
              <a:rPr b="0" i="0" lang="en-US" sz="15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 Track progress against categories and user targets.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 Model (ER Diagram)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title="Gemini_Generated_Image_gdd6qvgdd6qvgdd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44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71737"/>
            <a:ext cx="5286375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71737"/>
            <a:ext cx="5286375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849391" y="2862262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The Challenge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962025" y="341471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What if a user creates a transaction, but the account balance update fails? This would corrupt the database.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6612016" y="2862262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The Solution: Atomicity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6724650" y="3414712"/>
            <a:ext cx="450532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Using client.query('BEGIN'), COMMIT, and ROLLBACK ensures that both the transaction is created AND the account balance is updated, or </a:t>
            </a:r>
            <a:r>
              <a:rPr b="1" i="1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neither</a:t>
            </a:r>
            <a:r>
              <a:rPr b="0" i="1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is. This guarantees data integrity.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Key Feature: Atomic Transactions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2238375" y="2485429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Docker Isolation:</a:t>
            </a:r>
            <a:r>
              <a:rPr b="0" i="0" lang="en-US" sz="165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 Wanted a clean, containerized dev environment. PostgreSQL's official image is lightweight and efficient.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2238375" y="3393876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WSL Compatibility:</a:t>
            </a:r>
            <a:r>
              <a:rPr b="0" i="0" lang="en-US" sz="165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 My development setup uses WSL/Ubuntu, which pairs more naturally with PostgreSQL than MySQL.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2238375" y="4302323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Industry Standard:</a:t>
            </a:r>
            <a:r>
              <a:rPr b="0" i="0" lang="en-US" sz="165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 Gained experience with a powerful, enterprise-grade relational database used by major tech companies.</a:t>
            </a:r>
            <a:endParaRPr/>
          </a:p>
        </p:txBody>
      </p:sp>
      <p:pic>
        <p:nvPicPr>
          <p:cNvPr descr="image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533054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441501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349948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Migration Story: Why PostgreSQL?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23194"/>
            <a:ext cx="3429000" cy="3249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223194"/>
            <a:ext cx="3429000" cy="3249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223194"/>
            <a:ext cx="3429000" cy="324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/>
        </p:nvSpPr>
        <p:spPr>
          <a:xfrm>
            <a:off x="1060846" y="3232844"/>
            <a:ext cx="245030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PowerShell Policy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866775" y="3909119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Error:</a:t>
            </a:r>
            <a:r>
              <a:rPr b="0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npm.ps1 cannot be loaded. </a:t>
            </a:r>
            <a:r>
              <a:rPr b="1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Fix:</a:t>
            </a:r>
            <a:r>
              <a:rPr b="0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Bypassed with Set-ExecutionPolicy or by calling node server.js directly.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4690824" y="3232844"/>
            <a:ext cx="281035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DBeaver Time Zone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4676775" y="3909119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Error:</a:t>
            </a:r>
            <a:r>
              <a:rPr b="0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FATAL: invalid value "Asia/Calcutta". </a:t>
            </a:r>
            <a:r>
              <a:rPr b="1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Fix:</a:t>
            </a:r>
            <a:r>
              <a:rPr b="0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Toggled the "Replace legacy timezone" setting in DBeaver's driver.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9055893" y="3232844"/>
            <a:ext cx="170021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SQL Syntax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8486775" y="3909119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Challenge:</a:t>
            </a:r>
            <a:r>
              <a:rPr b="0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Converting MySQL's AUTO_INCREMENT. </a:t>
            </a:r>
            <a:r>
              <a:rPr b="1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Fix:</a:t>
            </a:r>
            <a:r>
              <a:rPr b="0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Adopted PostgreSQL's SERIAL type and $1, $2 query parameters.</a:t>
            </a:r>
            <a:endParaRPr/>
          </a:p>
        </p:txBody>
      </p:sp>
      <p:pic>
        <p:nvPicPr>
          <p:cNvPr descr="image.png" id="183" name="Google Shape;18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8825" y="2537519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53751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0" y="2537519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Challenges &amp; Debugging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/>
        </p:nvSpPr>
        <p:spPr>
          <a:xfrm>
            <a:off x="295275" y="2011858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4D399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571500" y="3154858"/>
            <a:ext cx="1104900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Future Roadmap: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 1. Rebuild front-end in React.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 2. Add data visualization (charts).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 3. Deploy to a cloud service.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